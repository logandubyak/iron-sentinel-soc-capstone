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0F766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0F766E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CAPSTONE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SENTINEL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58368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Simulating, Detecting, and Responding to a Multi-Stage Intrusion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Logan</a:t>
            </a:r>
            <a:pPr indent="0" marL="0">
              <a:buNone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CompTIA Security+  |  Coding Temple Cybersecurity Certificate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1C2A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93392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0136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45920" y="2221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environment &amp; simulated company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1C2A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93392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80136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178040" y="2221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MITRE ATT&amp;CK techniques simulated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1C2A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30752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53872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45920" y="39593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rules built &amp; validated against real data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80760" y="33375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1C2A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730752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353872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178040" y="39593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report, timeline, and recommendations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0749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1C2A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468112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45920" y="527608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645920" y="56967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 scan + Python automation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080760" y="50749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1C2A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468112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527608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7178040" y="56967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broke, and how it got fixed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SOC Analyst at Stark Industries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tech &amp; defense company with no centralized logging, no triage process, and no incident response plan.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21B2E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286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Environment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target host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+ Splunk Enterprise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ingesting 3 live log sources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(SwiftOnSecurity config)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process &amp; network visibility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network, fully isolated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97880" y="196596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121B2E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40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1228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Log Sources Feeding Splunk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217920" y="28803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C2A4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3063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2953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Security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903720" y="32644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Logon events, account activity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384048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C2A4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0233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913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System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903720" y="42245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service &amp; system events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17920" y="48006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C2A4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98348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48737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Operational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903720" y="5184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creation, network connections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ATTACK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Techniques, One Simulated Intrusion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mapped to a real MITRE ATT&amp;CK technique and executed manually in the lab.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21B2E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rgbClr val="1C2A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6393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Access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rapid failed NTLM logon attempts against a non-existent account.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9120" y="20116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21B2E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2331720"/>
            <a:ext cx="822960" cy="822960"/>
          </a:xfrm>
          <a:prstGeom prst="ellipse">
            <a:avLst/>
          </a:prstGeom>
          <a:solidFill>
            <a:srgbClr val="1C2A4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5146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09160" y="36393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Obfuscation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470916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09160" y="46177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Base64-encoded command with hidden window &amp; no-profile flags.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229600" y="20116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21B2E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49640" y="2331720"/>
            <a:ext cx="822960" cy="822960"/>
          </a:xfrm>
          <a:prstGeom prst="ellipse">
            <a:avLst/>
          </a:prstGeom>
          <a:solidFill>
            <a:srgbClr val="1C2A4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5146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4964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549640" y="36393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Login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854964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549640" y="46177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Valid-account logon outside normal business hours.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the Brute Force in Splunk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70C16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index=main EventCode=4625 Account_Name=baduser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bucket _time span=5m | stats count by _time, Account_Name | where count &gt; 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21B2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9992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 window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2834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21B2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29992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29184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16:35 window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2834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21B2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9992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603504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16:40 window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7824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C2A4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01752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77824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5 attempts / 5 min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77824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windows exceeded it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 saved as a live, scheduled Splunk alert. Confirmed firing correctly against simulated attack data.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Rules, Two Different Approaches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121B2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Obfuscation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2423160"/>
            <a:ext cx="1554480" cy="320040"/>
          </a:xfrm>
          <a:prstGeom prst="roundRect">
            <a:avLst>
              <a:gd name="adj" fmla="val 51429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292608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070C16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powershell.exe -nop -w hidden -enc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JABhACA9ACAAJwBoAGUAbAGsAG8AJwA7AA==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40233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Event ID 1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the full process creation event, including the exact command line and parent process (cmd.exe).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PowerShell launch combining -enc, -nop, -w hidden, or bypass flags.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121B2E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Login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492240" y="2423160"/>
            <a:ext cx="2103120" cy="320040"/>
          </a:xfrm>
          <a:prstGeom prst="roundRect">
            <a:avLst>
              <a:gd name="adj" fmla="val 51429"/>
            </a:avLst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VERIFIED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92240" y="2926080"/>
            <a:ext cx="4800600" cy="594360"/>
          </a:xfrm>
          <a:prstGeom prst="roundRect">
            <a:avLst>
              <a:gd name="adj" fmla="val 9231"/>
            </a:avLst>
          </a:prstGeom>
          <a:solidFill>
            <a:srgbClr val="070C16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30358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EventCode=4624 (date_hour&lt;6 OR date_hour&gt;20)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92240" y="37490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live-fired?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clock sync conflicts prevented a clean live trigger.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instead: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rule against 720 real logon events — zero false positives, all logons fell inside business hours.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DETECTION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MITRE ATT&amp;CK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techniques tracked in a MITRE ATT&amp;CK Navigator layer, tied directly to their Splunk rule.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237744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3017520"/>
                <a:gridCol w="42976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Login Brute Force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T1059.001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 Obfuscation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 Obfuscation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Accounts (off-hours)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Off-Hours Login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a shareable JSON layer — included in the project repo.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Documentation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Report IS-2026-001 — written for both technical and executive audiences.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what was affected, the outcome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16712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Narrative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story of the attack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6712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9828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Summary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5820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→ rule → result, in one table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85876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8221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&amp; Eradication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7724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real SOC would do next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385876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38221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1772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forward-looking improvements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3657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21B2E"/>
          </a:solidFill>
          <a:ln/>
        </p:spPr>
      </p:sp>
      <p:sp>
        <p:nvSpPr>
          <p:cNvPr id="31" name="Shape 29"/>
          <p:cNvSpPr/>
          <p:nvPr/>
        </p:nvSpPr>
        <p:spPr>
          <a:xfrm>
            <a:off x="8458200" y="3858768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98280" y="38221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5820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broke — and the fix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VULNERABILITY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Parse, Prioritize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121B2E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 Essentials Scan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74520" y="2606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findings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874520" y="3383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(Medium)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160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874520" y="4160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498348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C2A40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Signing not required (CVSS 5.3)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97880" y="1600200"/>
            <a:ext cx="5760720" cy="4434840"/>
          </a:xfrm>
          <a:prstGeom prst="roundRect">
            <a:avLst>
              <a:gd name="adj" fmla="val 2062"/>
            </a:avLst>
          </a:prstGeom>
          <a:solidFill>
            <a:srgbClr val="121B2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1228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parse_nessus.py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217920" y="2377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because Nessus Essentials doesn't include native export.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17920" y="288036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070C16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0" y="3017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parse_nessus.py scan.nessus -o findings.csv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 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     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   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      1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217920" y="44348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raw XML → filters Info noise → sorts Critical-first →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CSV ready to hand off.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Broke (And Why It Mattered)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C2A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2585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forwarder outage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stopped receiving Windows logs for several days — nothing alerted me. Now I check forwarder health every session.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03120"/>
            <a:ext cx="594360" cy="594360"/>
          </a:xfrm>
          <a:prstGeom prst="ellipse">
            <a:avLst/>
          </a:prstGeom>
          <a:solidFill>
            <a:srgbClr val="1C2A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585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848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XML ≠ extracted fields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3680" y="26974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data stayed as raw XML in Splunk. Field syntax (Image=) silently failed — raw text matching was required instead.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1C2A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36168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879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Logic-verified is still valid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trigger isn't always possible. Verifying detection logic against 720 historical events is a legitimate validation method.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9319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06240"/>
            <a:ext cx="594360" cy="594360"/>
          </a:xfrm>
          <a:prstGeom prst="ellipse">
            <a:avLst/>
          </a:prstGeom>
          <a:solidFill>
            <a:srgbClr val="1C2A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36168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879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tools trip AV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83680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Red Team got flagged and quarantined by Defender — by design. Manually scripting the same techniques avoided it entirely.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configuration (Splunk + Universal Forwarder)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 (custom SPL rules)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375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visibility (Sysmon)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framework application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78308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7512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documentation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560320"/>
            <a:ext cx="365760" cy="36576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7512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(Nessus)</a:t>
            </a:r>
            <a:endParaRPr lang="en-US" sz="15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337560"/>
            <a:ext cx="365760" cy="36576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67512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scripting &amp; automation</a:t>
            </a:r>
            <a:endParaRPr lang="en-US" sz="15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114800"/>
            <a:ext cx="365760" cy="36576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67512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troubleshooting under real constraints</a:t>
            </a:r>
            <a:endParaRPr lang="en-US" sz="1500" dirty="0"/>
          </a:p>
        </p:txBody>
      </p:sp>
      <p:sp>
        <p:nvSpPr>
          <p:cNvPr id="20" name="Shape 10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A40"/>
          </a:solidFill>
          <a:ln/>
        </p:spPr>
      </p:sp>
      <p:sp>
        <p:nvSpPr>
          <p:cNvPr id="21" name="Text 11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solo, end to end 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 setup, attack simulation, detection, response, vulnerability scan, and automation, with real troubleshooting along the way.</a:t>
            </a:r>
            <a:endParaRPr lang="en-US" sz="1450" dirty="0"/>
          </a:p>
        </p:txBody>
      </p:sp>
      <p:sp>
        <p:nvSpPr>
          <p:cNvPr id="22" name="Text 1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on GitHub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121B2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945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github.com/logandubyak/iron-sentinel-soc-capstone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186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(SPL)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1868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663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report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2160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timeline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72160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663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24528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layer</a:t>
            </a:r>
            <a:endParaRPr lang="en-US" sz="13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224528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663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automation script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64008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20" name="Text 11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Logan  |  Earn the Stage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 Sentinel — SOC Analyst Capstone</dc:title>
  <dc:subject>PptxGenJS Presentation</dc:subject>
  <dc:creator>Logan</dc:creator>
  <cp:lastModifiedBy>Logan</cp:lastModifiedBy>
  <cp:revision>1</cp:revision>
  <dcterms:created xsi:type="dcterms:W3CDTF">2026-06-27T22:42:41Z</dcterms:created>
  <dcterms:modified xsi:type="dcterms:W3CDTF">2026-06-27T22:42:41Z</dcterms:modified>
</cp:coreProperties>
</file>